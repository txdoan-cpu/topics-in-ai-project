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31A9-8E1E-427A-D709-567ACC0EC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7A67A-16CE-48AC-2631-148229EAF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CD4D2-2764-5DC6-306F-BC99C8DBE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974D8-D002-36C8-5158-D8572B3E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1D95E-0FF3-7F99-3410-A7B880C6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2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DA90-5549-FFD4-0A1B-342B2A11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5613-CD82-2350-669A-558668577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1984-2019-F216-C305-3B1680B4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9F47C-ECC1-FD12-0479-D28F8157A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2DFB8-B855-9F66-DB73-730092CF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9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8E9E-780C-F94E-50ED-371F35F1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55D09-095C-F595-70A5-5C4EEAAA6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AF26-557E-91F1-F794-12D30521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1417B-1608-DF9B-BBD5-A2E92CF9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148D9-FF3A-AD3A-2598-922A506B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6DD1-B532-C508-54E7-938C709D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3D5B-F4CE-99B7-FC91-AB6E11FFC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B2ABA-A9FC-405B-EC39-74812527F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6300B-F685-ADCD-41B5-D9049443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430D5-7D5A-D165-9885-786154BA9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36BDD-F4D2-2B90-6163-2AACF2D2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3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CB12-D522-E4CF-FF90-9209F3AAF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83525-781B-66B5-D4FF-61DCB10BD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B1762-205B-E0E4-B0EB-E39118FF4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55FE54-ADF3-D304-13FD-05905787A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2B515-225C-A08F-E7A3-FF68185BA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E25C8-8C88-2075-2286-C86A1522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89A2C4-ED88-395A-253F-C80D731E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A1E85-5D14-2663-6D43-5719826D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2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5331-2BCA-2604-7AE7-78B59452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CFDF4-0389-1977-16C8-B07F0A9A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15976-7796-428D-1B22-121A82B5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EDD58-902E-7DEC-C060-530AD5B0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5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BE995-2285-FDB9-07CC-AB6FF3E1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138F77-7C3F-217F-6278-692D5CC4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562C3-A3B5-548D-90ED-5677038C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1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F620-D222-6E51-14EC-91B6232F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AE7EC-6DB4-48C1-F0E5-1413B1AE3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21138-87DD-3287-E558-349093793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128EE-7532-9BD1-7446-1726F44F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92405-4AE9-6747-C5CB-83382235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83220-327F-6BE1-E861-72866BE3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5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226B-7ADE-BC7C-47E0-2C825661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91CD3-D9FC-ADFF-E6A8-98C080554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8A6AA-619A-560F-FDA9-04B7782A2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E102F-9D52-42E5-BF28-9AACA0FDA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3BACA-1853-46D0-881D-F771F701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52F68-F647-0814-2B4F-CBAAC01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5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3369-44FB-7330-173D-E3FF66F9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1BEBE-8894-14D0-CAE3-7E3DEFCF3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6E91E-E486-2F78-57EA-F0B9388C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DB137-70DD-57FC-47C4-47C34A64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6D4DD-ABB1-4341-C5F0-69D6BBAA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5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1ECE4-A813-345B-707D-7BDFE5FF8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F54FA-E3EE-64FA-8E2B-1D811C70C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1E3D3-ADE1-780B-7F0A-4BF7055E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C7A97-34F0-2028-E8AB-CADFA6DA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B749-306F-CC17-A68A-05FA9ABB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14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1CBEC-549E-7F2B-68FC-E3C2CFC3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75DE9-7819-D459-B55C-E63C2D6A3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4FC90-C552-BD1B-C2A0-5BAF280B6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F1C55-F197-79D2-31A6-ABF498762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A1263-9568-2CC9-A345-A55FB4704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txdoan@mun.ca" TargetMode="External"/><Relationship Id="rId3" Type="http://schemas.openxmlformats.org/officeDocument/2006/relationships/hyperlink" Target="mailto:sdalmia@mun.ca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txdoan-cpu/Topics-in-AI-Project/tree/main/Project%20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123B-E5FF-1D00-9291-D628DB937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z="4400">
                <a:solidFill>
                  <a:srgbClr val="D4AF37"/>
                </a:solidFill>
                <a:latin typeface="Georgia"/>
              </a:rPr>
              <a:t>Exploring AI-Assisted Software Development: A Chess Game Case Study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79014-1741-9086-2C50-2A48ABC77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z="4400" b="1">
                <a:solidFill>
                  <a:srgbClr val="D4AF37"/>
                </a:solidFill>
                <a:latin typeface="Georgia"/>
              </a:rPr>
              <a:t>Project Group Members:</a:t>
            </a:r>
          </a:p>
          <a:p>
            <a:r>
              <a:rPr lang="en-US" dirty="0" sz="2400" b="1">
                <a:solidFill>
                  <a:srgbClr val="E6E6E6"/>
                </a:solidFill>
                <a:latin typeface="Georgia"/>
              </a:rPr>
              <a:t>Xuan Toan Doan - 202583882 - </a:t>
            </a:r>
            <a:r>
              <a:rPr lang="en-US" dirty="0" sz="2400" b="1">
                <a:solidFill>
                  <a:srgbClr val="E6E6E6"/>
                </a:solidFill>
                <a:latin typeface="Georgia"/>
                <a:hlinkClick r:id="rId2"/>
              </a:rPr>
              <a:t>txdoan@mun.ca</a:t>
            </a:r>
            <a:endParaRPr lang="en-US" dirty="0"/>
          </a:p>
          <a:p>
            <a:r>
              <a:rPr lang="en-US" dirty="0" err="1" sz="2400" b="1">
                <a:solidFill>
                  <a:srgbClr val="E6E6E6"/>
                </a:solidFill>
                <a:latin typeface="Georgia"/>
              </a:rPr>
              <a:t>Saiba</a:t>
            </a:r>
            <a:r>
              <a:rPr lang="en-US" dirty="0" sz="2400" b="1">
                <a:solidFill>
                  <a:srgbClr val="E6E6E6"/>
                </a:solidFill>
                <a:latin typeface="Georgia"/>
              </a:rPr>
              <a:t> Dalmia - 202580736 - </a:t>
            </a:r>
            <a:r>
              <a:rPr lang="en-US" dirty="0" sz="2400" b="1">
                <a:solidFill>
                  <a:srgbClr val="E6E6E6"/>
                </a:solidFill>
                <a:latin typeface="Georgia"/>
                <a:hlinkClick r:id="rId3"/>
              </a:rPr>
              <a:t>sdalmia@mun.ca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4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E5A79-9CEF-AB69-C733-77C1E6CB3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0029" y="0"/>
            <a:ext cx="9241971" cy="6751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4DE708-5DE8-257F-0FC7-BF9B7F482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93" y="696685"/>
            <a:ext cx="1786345" cy="1445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CE261-9C02-31C3-B98F-D3DB890C2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31" y="2803542"/>
            <a:ext cx="1646413" cy="16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1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E134-BB7B-11AB-A0EF-684743F7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z="2800" b="1">
                <a:solidFill>
                  <a:srgbClr val="FFFFFF"/>
                </a:solidFill>
                <a:latin typeface="Georgia"/>
              </a:rPr>
              <a:t>Why CHESS?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E114BF-500F-AE34-88E0-07D95CBDD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72" y="1458685"/>
            <a:ext cx="7184571" cy="5127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5C08C3-0CB5-475D-8CED-19F7BD543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14" y="1458685"/>
            <a:ext cx="2601686" cy="2255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277372-577D-3864-E74D-AD2B76745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65" y="3945730"/>
            <a:ext cx="3631449" cy="2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6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7177-7CE5-262E-7494-695F7713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7961"/>
          </a:xfrm>
        </p:spPr>
        <p:txBody>
          <a:bodyPr>
            <a:normAutofit/>
          </a:bodyPr>
          <a:lstStyle/>
          <a:p>
            <a:r>
              <a:rPr lang="en-US" b="1" dirty="0" err="1" sz="2800">
                <a:solidFill>
                  <a:srgbClr val="FFFFFF"/>
                </a:solidFill>
                <a:latin typeface="Georgia"/>
                <a:hlinkClick r:id="rId2"/>
              </a:rPr>
              <a:t>Github</a:t>
            </a:r>
            <a:r>
              <a:rPr lang="en-US" b="1" dirty="0" sz="2800">
                <a:solidFill>
                  <a:srgbClr val="FFFFFF"/>
                </a:solidFill>
                <a:latin typeface="Georgia"/>
              </a:rPr>
              <a:t> repo</a:t>
            </a:r>
            <a:r>
              <a:rPr lang="en-US" dirty="0" sz="2800" b="1">
                <a:solidFill>
                  <a:srgbClr val="FFFFFF"/>
                </a:solidFill>
                <a:latin typeface="Georgia"/>
                <a:hlinkClick r:id="rId2"/>
              </a:rPr>
              <a:t>: https://github.com/txdoan-cpu/Topics-in-AI-Project/tree/main/Project%20Code</a:t>
            </a:r>
          </a:p>
        </p:txBody>
      </p:sp>
    </p:spTree>
    <p:extLst>
      <p:ext uri="{BB962C8B-B14F-4D97-AF65-F5344CB8AC3E}">
        <p14:creationId xmlns:p14="http://schemas.microsoft.com/office/powerpoint/2010/main" val="269942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Exploring AI-Assisted Software Development: A Chess Game Case Study </vt:lpstr>
      <vt:lpstr>PowerPoint Presentation</vt:lpstr>
      <vt:lpstr>Why CHESS?</vt:lpstr>
      <vt:lpstr>Github repo: https://github.com/txdoan-cpu/Topics-in-AI-Project/tree/main/Project%20Code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Toan Doan</dc:creator>
  <cp:lastModifiedBy>Toan Doan</cp:lastModifiedBy>
  <cp:revision>1</cp:revision>
  <dcterms:created xsi:type="dcterms:W3CDTF">2026-04-12T17:35:58Z</dcterms:created>
  <dcterms:modified xsi:type="dcterms:W3CDTF">2026-04-12T18:12:12Z</dcterms:modified>
</cp:coreProperties>
</file>