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A31A9-8E1E-427A-D709-567ACC0EC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F7A67A-16CE-48AC-2631-148229EAFB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CD4D2-2764-5DC6-306F-BC99C8DBE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14B9-9071-4F3E-A827-DCD17952B8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974D8-D002-36C8-5158-D8572B3EF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1D95E-0FF3-7F99-3410-A7B880C62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579B-E49D-4A4C-B068-7DCFDB513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521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BDA90-5549-FFD4-0A1B-342B2A11C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45613-CD82-2350-669A-558668577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41984-2019-F216-C305-3B1680B4F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14B9-9071-4F3E-A827-DCD17952B8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9F47C-ECC1-FD12-0479-D28F8157A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2DFB8-B855-9F66-DB73-730092CF1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579B-E49D-4A4C-B068-7DCFDB513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94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E8E9E-780C-F94E-50ED-371F35F1E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55D09-095C-F595-70A5-5C4EEAAA6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7AF26-557E-91F1-F794-12D305217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14B9-9071-4F3E-A827-DCD17952B8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1417B-1608-DF9B-BBD5-A2E92CF96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148D9-FF3A-AD3A-2598-922A506BC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579B-E49D-4A4C-B068-7DCFDB513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86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86DD1-B532-C508-54E7-938C709D2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43D5B-F4CE-99B7-FC91-AB6E11FFC6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FB2ABA-A9FC-405B-EC39-74812527F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E6300B-F685-ADCD-41B5-D9049443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14B9-9071-4F3E-A827-DCD17952B8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9430D5-7D5A-D165-9885-786154BA9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36BDD-F4D2-2B90-6163-2AACF2D24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579B-E49D-4A4C-B068-7DCFDB513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35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CB12-D522-E4CF-FF90-9209F3AAF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83525-781B-66B5-D4FF-61DCB10BD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B1762-205B-E0E4-B0EB-E39118FF4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55FE54-ADF3-D304-13FD-05905787A4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92B515-225C-A08F-E7A3-FF68185BA4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5E25C8-8C88-2075-2286-C86A15225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14B9-9071-4F3E-A827-DCD17952B8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89A2C4-ED88-395A-253F-C80D731EB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EA1E85-5D14-2663-6D43-5719826D7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579B-E49D-4A4C-B068-7DCFDB513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26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D5331-2BCA-2604-7AE7-78B594523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5CFDF4-0389-1977-16C8-B07F0A9AE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14B9-9071-4F3E-A827-DCD17952B8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B15976-7796-428D-1B22-121A82B5C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8EDD58-902E-7DEC-C060-530AD5B0D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579B-E49D-4A4C-B068-7DCFDB513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755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7BE995-2285-FDB9-07CC-AB6FF3E1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14B9-9071-4F3E-A827-DCD17952B8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138F77-7C3F-217F-6278-692D5CC48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562C3-A3B5-548D-90ED-5677038C6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579B-E49D-4A4C-B068-7DCFDB513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511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8F620-D222-6E51-14EC-91B6232F4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AE7EC-6DB4-48C1-F0E5-1413B1AE3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521138-87DD-3287-E558-349093793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5128EE-7532-9BD1-7446-1726F44F5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14B9-9071-4F3E-A827-DCD17952B8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C92405-4AE9-6747-C5CB-833822357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083220-327F-6BE1-E861-72866BE3A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579B-E49D-4A4C-B068-7DCFDB513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754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0226B-7ADE-BC7C-47E0-2C8256614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491CD3-D9FC-ADFF-E6A8-98C080554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8A6AA-619A-560F-FDA9-04B7782A25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E102F-9D52-42E5-BF28-9AACA0FDA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14B9-9071-4F3E-A827-DCD17952B8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3BACA-1853-46D0-881D-F771F701F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52F68-F647-0814-2B4F-CBAAC019E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579B-E49D-4A4C-B068-7DCFDB513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51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83369-44FB-7330-173D-E3FF66F9B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21BEBE-8894-14D0-CAE3-7E3DEFCF34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6E91E-E486-2F78-57EA-F0B9388C6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14B9-9071-4F3E-A827-DCD17952B8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DB137-70DD-57FC-47C4-47C34A646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6D4DD-ABB1-4341-C5F0-69D6BBAA8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579B-E49D-4A4C-B068-7DCFDB513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757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81ECE4-A813-345B-707D-7BDFE5FF8F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9F54FA-E3EE-64FA-8E2B-1D811C70C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1E3D3-ADE1-780B-7F0A-4BF7055ED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14B9-9071-4F3E-A827-DCD17952B8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C7A97-34F0-2028-E8AB-CADFA6DAD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2B749-306F-CC17-A68A-05FA9ABB3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C579B-E49D-4A4C-B068-7DCFDB513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314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C1CBEC-549E-7F2B-68FC-E3C2CFC39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75DE9-7819-D459-B55C-E63C2D6A3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4FC90-C552-BD1B-C2A0-5BAF280B6C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114B9-9071-4F3E-A827-DCD17952B81C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F1C55-F197-79D2-31A6-ABF498762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A1263-9568-2CC9-A345-A55FB4704C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C579B-E49D-4A4C-B068-7DCFDB513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19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dalmia@mun.ca" TargetMode="External"/><Relationship Id="rId2" Type="http://schemas.openxmlformats.org/officeDocument/2006/relationships/hyperlink" Target="mailto:txdoan@mun.ca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9123B-E5FF-1D00-9291-D628DB937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Exploring AI-Assisted Software Development: A Chess Game Case Study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979014-1741-9086-2C50-2A48ABC77B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Project Group Members:</a:t>
            </a:r>
          </a:p>
          <a:p>
            <a:r>
              <a:rPr lang="en-US" dirty="0"/>
              <a:t>Xuan Toan Doan - 202583882 - </a:t>
            </a:r>
            <a:r>
              <a:rPr lang="en-US" dirty="0">
                <a:hlinkClick r:id="rId2"/>
              </a:rPr>
              <a:t>txdoan@mun.ca</a:t>
            </a:r>
            <a:endParaRPr lang="en-US" dirty="0"/>
          </a:p>
          <a:p>
            <a:r>
              <a:rPr lang="en-US" dirty="0" err="1"/>
              <a:t>Saiba</a:t>
            </a:r>
            <a:r>
              <a:rPr lang="en-US" dirty="0"/>
              <a:t> Dalmia - 202580736 - </a:t>
            </a:r>
            <a:r>
              <a:rPr lang="en-US" dirty="0">
                <a:hlinkClick r:id="rId3"/>
              </a:rPr>
              <a:t>sdalmia@mun.ca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545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BE5A79-9CEF-AB69-C733-77C1E6CB30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0029" y="0"/>
            <a:ext cx="9241971" cy="67518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4DE708-5DE8-257F-0FC7-BF9B7F482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93" y="696685"/>
            <a:ext cx="1786345" cy="1445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BCE261-9C02-31C3-B98F-D3DB890C2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31" y="2803542"/>
            <a:ext cx="1646413" cy="167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710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DE134-BB7B-11AB-A0EF-684743F7F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CHESS?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E114BF-500F-AE34-88E0-07D95CBDD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172" y="1458685"/>
            <a:ext cx="7184571" cy="51278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5C08C3-0CB5-475D-8CED-19F7BD543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14" y="1458685"/>
            <a:ext cx="2601686" cy="22550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277372-577D-3864-E74D-AD2B76745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865" y="3945730"/>
            <a:ext cx="3631449" cy="225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267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F7177-7CE5-262E-7494-695F77139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7961"/>
          </a:xfrm>
        </p:spPr>
        <p:txBody>
          <a:bodyPr>
            <a:normAutofit/>
          </a:bodyPr>
          <a:lstStyle/>
          <a:p>
            <a:r>
              <a:rPr lang="en-US" b="1" dirty="0" err="1"/>
              <a:t>Github</a:t>
            </a:r>
            <a:r>
              <a:rPr lang="en-US" b="1" dirty="0"/>
              <a:t> repo</a:t>
            </a:r>
            <a:r>
              <a:rPr lang="en-US" dirty="0"/>
              <a:t>: https://github.com/txdoan-cpu/Topics-in-AI-Project/tree/main/Project%20Code</a:t>
            </a:r>
          </a:p>
        </p:txBody>
      </p:sp>
    </p:spTree>
    <p:extLst>
      <p:ext uri="{BB962C8B-B14F-4D97-AF65-F5344CB8AC3E}">
        <p14:creationId xmlns:p14="http://schemas.microsoft.com/office/powerpoint/2010/main" val="2699421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4F6A-E28F-8E84-41D6-08A8A2FB6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A67720-A197-C23E-E430-38828ACA3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019" y="604443"/>
            <a:ext cx="9935962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458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DF4FF6D-14AC-4B4E-A55D-9F15E63A371F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685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59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Exploring AI-Assisted Software Development: A Chess Game Case Study </vt:lpstr>
      <vt:lpstr>PowerPoint Presentation</vt:lpstr>
      <vt:lpstr>Why CHESS?</vt:lpstr>
      <vt:lpstr>Github repo: https://github.com/txdoan-cpu/Topics-in-AI-Project/tree/main/Project%20Code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Toan Doan</dc:creator>
  <cp:lastModifiedBy>Toan Doan</cp:lastModifiedBy>
  <cp:revision>1</cp:revision>
  <dcterms:created xsi:type="dcterms:W3CDTF">2026-04-12T17:35:58Z</dcterms:created>
  <dcterms:modified xsi:type="dcterms:W3CDTF">2026-04-12T18:12:12Z</dcterms:modified>
</cp:coreProperties>
</file>